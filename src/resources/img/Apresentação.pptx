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aira Bold" charset="1" panose="00000800000000000000"/>
      <p:regular r:id="rId15"/>
    </p:embeddedFont>
    <p:embeddedFont>
      <p:font typeface="Poppins Light" charset="1" panose="00000400000000000000"/>
      <p:regular r:id="rId16"/>
    </p:embeddedFont>
    <p:embeddedFont>
      <p:font typeface="Poppins" charset="1" panose="00000500000000000000"/>
      <p:regular r:id="rId17"/>
    </p:embeddedFont>
    <p:embeddedFont>
      <p:font typeface="Anton" charset="1" panose="00000500000000000000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313314" y="6475611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6924337" y="0"/>
                </a:moveTo>
                <a:lnTo>
                  <a:pt x="0" y="0"/>
                </a:lnTo>
                <a:lnTo>
                  <a:pt x="0" y="6578120"/>
                </a:lnTo>
                <a:lnTo>
                  <a:pt x="6924337" y="6578120"/>
                </a:lnTo>
                <a:lnTo>
                  <a:pt x="6924337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73307">
            <a:off x="8644758" y="7668956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8" y="0"/>
                </a:lnTo>
                <a:lnTo>
                  <a:pt x="6924338" y="6578120"/>
                </a:lnTo>
                <a:lnTo>
                  <a:pt x="0" y="6578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681831" y="-2792781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6924338" y="0"/>
                </a:moveTo>
                <a:lnTo>
                  <a:pt x="0" y="0"/>
                </a:lnTo>
                <a:lnTo>
                  <a:pt x="0" y="6578120"/>
                </a:lnTo>
                <a:lnTo>
                  <a:pt x="6924338" y="6578120"/>
                </a:lnTo>
                <a:lnTo>
                  <a:pt x="6924338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0">
            <a:off x="0" y="0"/>
            <a:ext cx="10495459" cy="10287000"/>
          </a:xfrm>
          <a:prstGeom prst="rect">
            <a:avLst/>
          </a:prstGeom>
          <a:solidFill>
            <a:srgbClr val="D8373F"/>
          </a:solidFill>
        </p:spPr>
      </p:sp>
      <p:sp>
        <p:nvSpPr>
          <p:cNvPr name="Freeform 6" id="6"/>
          <p:cNvSpPr/>
          <p:nvPr/>
        </p:nvSpPr>
        <p:spPr>
          <a:xfrm flipH="true" flipV="false" rot="723228">
            <a:off x="13797131" y="-3819782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6924338" y="0"/>
                </a:moveTo>
                <a:lnTo>
                  <a:pt x="0" y="0"/>
                </a:lnTo>
                <a:lnTo>
                  <a:pt x="0" y="6578120"/>
                </a:lnTo>
                <a:lnTo>
                  <a:pt x="6924338" y="6578120"/>
                </a:lnTo>
                <a:lnTo>
                  <a:pt x="6924338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945731" y="1485900"/>
            <a:ext cx="6924337" cy="8088621"/>
            <a:chOff x="0" y="0"/>
            <a:chExt cx="9232450" cy="10784828"/>
          </a:xfrm>
        </p:grpSpPr>
        <p:grpSp>
          <p:nvGrpSpPr>
            <p:cNvPr name="Group 8" id="8"/>
            <p:cNvGrpSpPr/>
            <p:nvPr/>
          </p:nvGrpSpPr>
          <p:grpSpPr>
            <a:xfrm rot="-5400000">
              <a:off x="-362794" y="4426055"/>
              <a:ext cx="3670344" cy="276376"/>
              <a:chOff x="0" y="0"/>
              <a:chExt cx="5397101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17780" y="22860"/>
                <a:ext cx="537170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5371701">
                    <a:moveTo>
                      <a:pt x="5371701" y="180340"/>
                    </a:moveTo>
                    <a:cubicBezTo>
                      <a:pt x="5371701" y="81280"/>
                      <a:pt x="5291691" y="0"/>
                      <a:pt x="519136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191361" y="360680"/>
                    </a:lnTo>
                    <a:cubicBezTo>
                      <a:pt x="5290421" y="360680"/>
                      <a:pt x="5371701" y="279400"/>
                      <a:pt x="537170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-5400000">
              <a:off x="3109567" y="4304847"/>
              <a:ext cx="8886071" cy="276376"/>
              <a:chOff x="0" y="0"/>
              <a:chExt cx="13066629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7780" y="22860"/>
                <a:ext cx="13041229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3041229">
                    <a:moveTo>
                      <a:pt x="13041229" y="180340"/>
                    </a:moveTo>
                    <a:cubicBezTo>
                      <a:pt x="13041229" y="81280"/>
                      <a:pt x="12961219" y="0"/>
                      <a:pt x="12860889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860889" y="360680"/>
                    </a:lnTo>
                    <a:cubicBezTo>
                      <a:pt x="12959949" y="360680"/>
                      <a:pt x="13041229" y="279400"/>
                      <a:pt x="13041229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5307432" y="5694499"/>
              <a:ext cx="2779303" cy="276376"/>
              <a:chOff x="0" y="0"/>
              <a:chExt cx="4086860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6290110" y="2859668"/>
              <a:ext cx="537571" cy="276376"/>
              <a:chOff x="0" y="0"/>
              <a:chExt cx="790478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-5400000">
              <a:off x="753360" y="4871575"/>
              <a:ext cx="2779303" cy="276376"/>
              <a:chOff x="0" y="0"/>
              <a:chExt cx="4086860" cy="406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1446679" y="3980535"/>
              <a:ext cx="2779303" cy="276376"/>
              <a:chOff x="0" y="0"/>
              <a:chExt cx="4086860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2186645" y="3980535"/>
              <a:ext cx="2779303" cy="276376"/>
              <a:chOff x="0" y="0"/>
              <a:chExt cx="4086860" cy="406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-5400000">
              <a:off x="2903500" y="2271345"/>
              <a:ext cx="2779303" cy="276376"/>
              <a:chOff x="0" y="0"/>
              <a:chExt cx="4086860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-5400000">
              <a:off x="4024366" y="130598"/>
              <a:ext cx="537571" cy="276376"/>
              <a:chOff x="0" y="0"/>
              <a:chExt cx="790478" cy="406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-5400000">
              <a:off x="4704730" y="1667331"/>
              <a:ext cx="1208029" cy="276376"/>
              <a:chOff x="0" y="0"/>
              <a:chExt cx="1776361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7780" y="22860"/>
                <a:ext cx="175096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750961">
                    <a:moveTo>
                      <a:pt x="1750961" y="180340"/>
                    </a:moveTo>
                    <a:cubicBezTo>
                      <a:pt x="1750961" y="81280"/>
                      <a:pt x="1670951" y="0"/>
                      <a:pt x="157062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570621" y="360680"/>
                    </a:lnTo>
                    <a:cubicBezTo>
                      <a:pt x="1669680" y="360680"/>
                      <a:pt x="1750961" y="279400"/>
                      <a:pt x="175096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sp>
          <p:nvSpPr>
            <p:cNvPr name="Freeform 28" id="28"/>
            <p:cNvSpPr/>
            <p:nvPr/>
          </p:nvSpPr>
          <p:spPr>
            <a:xfrm flipH="true" flipV="false" rot="0">
              <a:off x="0" y="2014001"/>
              <a:ext cx="9232450" cy="8770827"/>
            </a:xfrm>
            <a:custGeom>
              <a:avLst/>
              <a:gdLst/>
              <a:ahLst/>
              <a:cxnLst/>
              <a:rect r="r" b="b" t="t" l="l"/>
              <a:pathLst>
                <a:path h="8770827" w="9232450">
                  <a:moveTo>
                    <a:pt x="9232450" y="0"/>
                  </a:moveTo>
                  <a:lnTo>
                    <a:pt x="0" y="0"/>
                  </a:lnTo>
                  <a:lnTo>
                    <a:pt x="0" y="8770827"/>
                  </a:lnTo>
                  <a:lnTo>
                    <a:pt x="9232450" y="8770827"/>
                  </a:lnTo>
                  <a:lnTo>
                    <a:pt x="923245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9" id="29"/>
            <p:cNvGrpSpPr/>
            <p:nvPr/>
          </p:nvGrpSpPr>
          <p:grpSpPr>
            <a:xfrm rot="-5400000">
              <a:off x="1874226" y="2002560"/>
              <a:ext cx="537571" cy="276376"/>
              <a:chOff x="0" y="0"/>
              <a:chExt cx="790478" cy="406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</p:grpSp>
      <p:sp>
        <p:nvSpPr>
          <p:cNvPr name="TextBox 31" id="31"/>
          <p:cNvSpPr txBox="true"/>
          <p:nvPr/>
        </p:nvSpPr>
        <p:spPr>
          <a:xfrm rot="0">
            <a:off x="607975" y="262586"/>
            <a:ext cx="7634787" cy="257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2"/>
              </a:lnSpc>
            </a:pPr>
            <a:r>
              <a:rPr lang="en-US" b="true" sz="9407" i="tru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PIZZARIA LOUQUITOS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7975" y="3078625"/>
            <a:ext cx="8925232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PEDRO MANOEL CANUTO GUERINO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7975" y="4292449"/>
            <a:ext cx="8751825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DAVI DELFINO GOMES DE ARAÚJO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7989" y="5476724"/>
            <a:ext cx="6110664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ANDRÉ FERRO JESUS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7975" y="6689574"/>
            <a:ext cx="6813775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BRUNO NUNES DE BARROS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7975" y="3524099"/>
            <a:ext cx="6110664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R084BH6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07975" y="4711549"/>
            <a:ext cx="6110664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R086950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7975" y="5924399"/>
            <a:ext cx="6110664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G905AG8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27989" y="7108674"/>
            <a:ext cx="4669679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R0523G6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7975" y="7792006"/>
            <a:ext cx="7614773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JOÃO PEDRO SANTANA SILVA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27989" y="8207224"/>
            <a:ext cx="5190035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R0699J4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07975" y="8886674"/>
            <a:ext cx="9005724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GABRIEL BONFIM DO NASCIMENTO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27989" y="9305774"/>
            <a:ext cx="5190035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spc="4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G07CIH6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63529" y="0"/>
            <a:ext cx="9407529" cy="10287000"/>
          </a:xfrm>
          <a:prstGeom prst="rect">
            <a:avLst/>
          </a:prstGeom>
          <a:solidFill>
            <a:srgbClr val="D8373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44758" y="461917"/>
            <a:ext cx="9245844" cy="106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b="true" sz="8000" i="true" spc="-8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362609" y="-230657"/>
            <a:ext cx="4501868" cy="5258829"/>
            <a:chOff x="0" y="0"/>
            <a:chExt cx="6002491" cy="7011772"/>
          </a:xfrm>
        </p:grpSpPr>
        <p:grpSp>
          <p:nvGrpSpPr>
            <p:cNvPr name="Group 5" id="5"/>
            <p:cNvGrpSpPr/>
            <p:nvPr/>
          </p:nvGrpSpPr>
          <p:grpSpPr>
            <a:xfrm rot="-5400000">
              <a:off x="-235871" y="2877606"/>
              <a:ext cx="2386279" cy="179686"/>
              <a:chOff x="0" y="0"/>
              <a:chExt cx="5397101" cy="406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17780" y="22860"/>
                <a:ext cx="537170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5371701">
                    <a:moveTo>
                      <a:pt x="5371701" y="180340"/>
                    </a:moveTo>
                    <a:cubicBezTo>
                      <a:pt x="5371701" y="81280"/>
                      <a:pt x="5291691" y="0"/>
                      <a:pt x="519136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191361" y="360680"/>
                    </a:lnTo>
                    <a:cubicBezTo>
                      <a:pt x="5290421" y="360680"/>
                      <a:pt x="5371701" y="279400"/>
                      <a:pt x="537170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-5400000">
              <a:off x="2021690" y="2798803"/>
              <a:ext cx="5777292" cy="179686"/>
              <a:chOff x="0" y="0"/>
              <a:chExt cx="13066629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17780" y="22860"/>
                <a:ext cx="13041229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3041229">
                    <a:moveTo>
                      <a:pt x="13041229" y="180340"/>
                    </a:moveTo>
                    <a:cubicBezTo>
                      <a:pt x="13041229" y="81280"/>
                      <a:pt x="12961219" y="0"/>
                      <a:pt x="12860889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860889" y="360680"/>
                    </a:lnTo>
                    <a:cubicBezTo>
                      <a:pt x="12959949" y="360680"/>
                      <a:pt x="13041229" y="279400"/>
                      <a:pt x="13041229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3450635" y="3702287"/>
              <a:ext cx="1806968" cy="179686"/>
              <a:chOff x="0" y="0"/>
              <a:chExt cx="408686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4089524" y="1859218"/>
              <a:ext cx="349503" cy="179686"/>
              <a:chOff x="0" y="0"/>
              <a:chExt cx="790478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489798" y="3167261"/>
              <a:ext cx="1806968" cy="179686"/>
              <a:chOff x="0" y="0"/>
              <a:chExt cx="4086860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940561" y="2587950"/>
              <a:ext cx="1806968" cy="179686"/>
              <a:chOff x="0" y="0"/>
              <a:chExt cx="4086860" cy="406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1421651" y="2587950"/>
              <a:ext cx="1806968" cy="179686"/>
              <a:chOff x="0" y="0"/>
              <a:chExt cx="4086860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-5400000">
              <a:off x="1887715" y="1476718"/>
              <a:ext cx="1806968" cy="179686"/>
              <a:chOff x="0" y="0"/>
              <a:chExt cx="4086860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-5400000">
              <a:off x="2616448" y="84908"/>
              <a:ext cx="349503" cy="179686"/>
              <a:chOff x="0" y="0"/>
              <a:chExt cx="790478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3058787" y="1084018"/>
              <a:ext cx="785402" cy="179686"/>
              <a:chOff x="0" y="0"/>
              <a:chExt cx="1776361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7780" y="22860"/>
                <a:ext cx="175096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750961">
                    <a:moveTo>
                      <a:pt x="1750961" y="180340"/>
                    </a:moveTo>
                    <a:cubicBezTo>
                      <a:pt x="1750961" y="81280"/>
                      <a:pt x="1670951" y="0"/>
                      <a:pt x="157062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570621" y="360680"/>
                    </a:lnTo>
                    <a:cubicBezTo>
                      <a:pt x="1669680" y="360680"/>
                      <a:pt x="1750961" y="279400"/>
                      <a:pt x="175096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sp>
          <p:nvSpPr>
            <p:cNvPr name="Freeform 25" id="25"/>
            <p:cNvSpPr/>
            <p:nvPr/>
          </p:nvSpPr>
          <p:spPr>
            <a:xfrm flipH="true" flipV="false" rot="0">
              <a:off x="0" y="1309406"/>
              <a:ext cx="6002491" cy="5702366"/>
            </a:xfrm>
            <a:custGeom>
              <a:avLst/>
              <a:gdLst/>
              <a:ahLst/>
              <a:cxnLst/>
              <a:rect r="r" b="b" t="t" l="l"/>
              <a:pathLst>
                <a:path h="5702366" w="6002491">
                  <a:moveTo>
                    <a:pt x="6002491" y="0"/>
                  </a:moveTo>
                  <a:lnTo>
                    <a:pt x="0" y="0"/>
                  </a:lnTo>
                  <a:lnTo>
                    <a:pt x="0" y="5702366"/>
                  </a:lnTo>
                  <a:lnTo>
                    <a:pt x="6002491" y="5702366"/>
                  </a:lnTo>
                  <a:lnTo>
                    <a:pt x="600249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-5400000">
              <a:off x="1218531" y="1301967"/>
              <a:ext cx="349503" cy="179686"/>
              <a:chOff x="0" y="0"/>
              <a:chExt cx="790478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</p:grpSp>
      <p:sp>
        <p:nvSpPr>
          <p:cNvPr name="TextBox 28" id="28"/>
          <p:cNvSpPr txBox="true"/>
          <p:nvPr/>
        </p:nvSpPr>
        <p:spPr>
          <a:xfrm rot="0">
            <a:off x="663119" y="1493792"/>
            <a:ext cx="7358992" cy="851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618" spc="36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 OBJETIVO DESTE TRABALHO É ANALISAR O DESENVOLVIMENTO DE UM SISTEMA DE GERENCIAMENTO PARA UMA PIZZARIA. O PROJETO FOI IMPLEMENTADO UTILIZANDO A LINGUAGEM JAVA, SWING, SQL E JDBC, TENDO COMO PROPÓSITO PRINCIPAL APROFUNDAR O CONHECIMENTO NA LINGUAGEM. O SISTEMA FAZ PARTE DE UM PROJETO ACADÊMICO E FOI DESENVOLVIDO PARA SIMULAR OPERAÇÕES DE VENDA. SUAS FUNCIONALIDADES INCORPORAM RECURSOS ESSENCIAIS PARA A GESTÃO DE NEGÓCIOS: SIMULAÇÃO DE PRODUTOS, CONTROLE DE PEDIDOS E VENDAS. A ARQUITETURA DO SISTEMA É ESTRUTURADA EM 8 TABELAS DE DADOS: CADASTRO, CAMINHO, RESERVA, ENTREGA, LOGIN, SABORES, PEDIDOS, CLIENTES. COM ESSA ESTRUTURA, O SISTEMA PODE FORMATAR DE FORMA ABRANGENTE AS OPERAÇÕES DA PIZZARIA.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4264" y="2514086"/>
            <a:ext cx="4501868" cy="5258829"/>
            <a:chOff x="0" y="0"/>
            <a:chExt cx="6002491" cy="7011772"/>
          </a:xfrm>
        </p:grpSpPr>
        <p:grpSp>
          <p:nvGrpSpPr>
            <p:cNvPr name="Group 30" id="30"/>
            <p:cNvGrpSpPr/>
            <p:nvPr/>
          </p:nvGrpSpPr>
          <p:grpSpPr>
            <a:xfrm rot="-5400000">
              <a:off x="-235871" y="2877606"/>
              <a:ext cx="2386279" cy="179686"/>
              <a:chOff x="0" y="0"/>
              <a:chExt cx="5397101" cy="4064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7780" y="22860"/>
                <a:ext cx="537170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5371701">
                    <a:moveTo>
                      <a:pt x="5371701" y="180340"/>
                    </a:moveTo>
                    <a:cubicBezTo>
                      <a:pt x="5371701" y="81280"/>
                      <a:pt x="5291691" y="0"/>
                      <a:pt x="519136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191361" y="360680"/>
                    </a:lnTo>
                    <a:cubicBezTo>
                      <a:pt x="5290421" y="360680"/>
                      <a:pt x="5371701" y="279400"/>
                      <a:pt x="537170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-5400000">
              <a:off x="2021690" y="2798803"/>
              <a:ext cx="5777292" cy="179686"/>
              <a:chOff x="0" y="0"/>
              <a:chExt cx="13066629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17780" y="22860"/>
                <a:ext cx="13041229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3041229">
                    <a:moveTo>
                      <a:pt x="13041229" y="180340"/>
                    </a:moveTo>
                    <a:cubicBezTo>
                      <a:pt x="13041229" y="81280"/>
                      <a:pt x="12961219" y="0"/>
                      <a:pt x="12860889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860889" y="360680"/>
                    </a:lnTo>
                    <a:cubicBezTo>
                      <a:pt x="12959949" y="360680"/>
                      <a:pt x="13041229" y="279400"/>
                      <a:pt x="13041229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-5400000">
              <a:off x="3450635" y="3702287"/>
              <a:ext cx="1806968" cy="179686"/>
              <a:chOff x="0" y="0"/>
              <a:chExt cx="4086860" cy="406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-5400000">
              <a:off x="4089524" y="1859218"/>
              <a:ext cx="349503" cy="179686"/>
              <a:chOff x="0" y="0"/>
              <a:chExt cx="790478" cy="406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489798" y="3167261"/>
              <a:ext cx="1806968" cy="179686"/>
              <a:chOff x="0" y="0"/>
              <a:chExt cx="4086860" cy="406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-5400000">
              <a:off x="940561" y="2587950"/>
              <a:ext cx="1806968" cy="179686"/>
              <a:chOff x="0" y="0"/>
              <a:chExt cx="4086860" cy="406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-5400000">
              <a:off x="1421651" y="2587950"/>
              <a:ext cx="1806968" cy="179686"/>
              <a:chOff x="0" y="0"/>
              <a:chExt cx="4086860" cy="4064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-5400000">
              <a:off x="1887715" y="1476718"/>
              <a:ext cx="1806968" cy="179686"/>
              <a:chOff x="0" y="0"/>
              <a:chExt cx="4086860" cy="406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-5400000">
              <a:off x="2616448" y="84908"/>
              <a:ext cx="349503" cy="179686"/>
              <a:chOff x="0" y="0"/>
              <a:chExt cx="790478" cy="4064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-5400000">
              <a:off x="3058787" y="1084018"/>
              <a:ext cx="785402" cy="179686"/>
              <a:chOff x="0" y="0"/>
              <a:chExt cx="1776361" cy="406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7780" y="22860"/>
                <a:ext cx="175096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750961">
                    <a:moveTo>
                      <a:pt x="1750961" y="180340"/>
                    </a:moveTo>
                    <a:cubicBezTo>
                      <a:pt x="1750961" y="81280"/>
                      <a:pt x="1670951" y="0"/>
                      <a:pt x="157062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570621" y="360680"/>
                    </a:lnTo>
                    <a:cubicBezTo>
                      <a:pt x="1669680" y="360680"/>
                      <a:pt x="1750961" y="279400"/>
                      <a:pt x="175096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sp>
          <p:nvSpPr>
            <p:cNvPr name="Freeform 50" id="50"/>
            <p:cNvSpPr/>
            <p:nvPr/>
          </p:nvSpPr>
          <p:spPr>
            <a:xfrm flipH="true" flipV="false" rot="0">
              <a:off x="0" y="1309406"/>
              <a:ext cx="6002491" cy="5702366"/>
            </a:xfrm>
            <a:custGeom>
              <a:avLst/>
              <a:gdLst/>
              <a:ahLst/>
              <a:cxnLst/>
              <a:rect r="r" b="b" t="t" l="l"/>
              <a:pathLst>
                <a:path h="5702366" w="6002491">
                  <a:moveTo>
                    <a:pt x="6002491" y="0"/>
                  </a:moveTo>
                  <a:lnTo>
                    <a:pt x="0" y="0"/>
                  </a:lnTo>
                  <a:lnTo>
                    <a:pt x="0" y="5702366"/>
                  </a:lnTo>
                  <a:lnTo>
                    <a:pt x="6002491" y="5702366"/>
                  </a:lnTo>
                  <a:lnTo>
                    <a:pt x="600249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1" id="51"/>
            <p:cNvGrpSpPr/>
            <p:nvPr/>
          </p:nvGrpSpPr>
          <p:grpSpPr>
            <a:xfrm rot="-5400000">
              <a:off x="1218531" y="1301967"/>
              <a:ext cx="349503" cy="179686"/>
              <a:chOff x="0" y="0"/>
              <a:chExt cx="790478" cy="4064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</p:grpSp>
      <p:grpSp>
        <p:nvGrpSpPr>
          <p:cNvPr name="Group 53" id="53"/>
          <p:cNvGrpSpPr/>
          <p:nvPr/>
        </p:nvGrpSpPr>
        <p:grpSpPr>
          <a:xfrm rot="0">
            <a:off x="13362609" y="5028171"/>
            <a:ext cx="4501868" cy="5258829"/>
            <a:chOff x="0" y="0"/>
            <a:chExt cx="6002491" cy="7011772"/>
          </a:xfrm>
        </p:grpSpPr>
        <p:grpSp>
          <p:nvGrpSpPr>
            <p:cNvPr name="Group 54" id="54"/>
            <p:cNvGrpSpPr/>
            <p:nvPr/>
          </p:nvGrpSpPr>
          <p:grpSpPr>
            <a:xfrm rot="-5400000">
              <a:off x="-235871" y="2877606"/>
              <a:ext cx="2386279" cy="179686"/>
              <a:chOff x="0" y="0"/>
              <a:chExt cx="5397101" cy="4064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7780" y="22860"/>
                <a:ext cx="537170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5371701">
                    <a:moveTo>
                      <a:pt x="5371701" y="180340"/>
                    </a:moveTo>
                    <a:cubicBezTo>
                      <a:pt x="5371701" y="81280"/>
                      <a:pt x="5291691" y="0"/>
                      <a:pt x="519136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191361" y="360680"/>
                    </a:lnTo>
                    <a:cubicBezTo>
                      <a:pt x="5290421" y="360680"/>
                      <a:pt x="5371701" y="279400"/>
                      <a:pt x="537170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-5400000">
              <a:off x="2021690" y="2798803"/>
              <a:ext cx="5777292" cy="179686"/>
              <a:chOff x="0" y="0"/>
              <a:chExt cx="13066629" cy="4064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17780" y="22860"/>
                <a:ext cx="13041229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3041229">
                    <a:moveTo>
                      <a:pt x="13041229" y="180340"/>
                    </a:moveTo>
                    <a:cubicBezTo>
                      <a:pt x="13041229" y="81280"/>
                      <a:pt x="12961219" y="0"/>
                      <a:pt x="12860889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860889" y="360680"/>
                    </a:lnTo>
                    <a:cubicBezTo>
                      <a:pt x="12959949" y="360680"/>
                      <a:pt x="13041229" y="279400"/>
                      <a:pt x="13041229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58" id="58"/>
            <p:cNvGrpSpPr/>
            <p:nvPr/>
          </p:nvGrpSpPr>
          <p:grpSpPr>
            <a:xfrm rot="-5400000">
              <a:off x="3450635" y="3702287"/>
              <a:ext cx="1806968" cy="179686"/>
              <a:chOff x="0" y="0"/>
              <a:chExt cx="4086860" cy="4064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-5400000">
              <a:off x="4089524" y="1859218"/>
              <a:ext cx="349503" cy="179686"/>
              <a:chOff x="0" y="0"/>
              <a:chExt cx="790478" cy="4064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-5400000">
              <a:off x="489798" y="3167261"/>
              <a:ext cx="1806968" cy="179686"/>
              <a:chOff x="0" y="0"/>
              <a:chExt cx="4086860" cy="4064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-5400000">
              <a:off x="940561" y="2587950"/>
              <a:ext cx="1806968" cy="179686"/>
              <a:chOff x="0" y="0"/>
              <a:chExt cx="4086860" cy="4064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-5400000">
              <a:off x="1421651" y="2587950"/>
              <a:ext cx="1806968" cy="179686"/>
              <a:chOff x="0" y="0"/>
              <a:chExt cx="4086860" cy="4064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68" id="68"/>
            <p:cNvGrpSpPr/>
            <p:nvPr/>
          </p:nvGrpSpPr>
          <p:grpSpPr>
            <a:xfrm rot="-5400000">
              <a:off x="1887715" y="1476718"/>
              <a:ext cx="1806968" cy="179686"/>
              <a:chOff x="0" y="0"/>
              <a:chExt cx="4086860" cy="406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17780" y="22860"/>
                <a:ext cx="406146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4061460">
                    <a:moveTo>
                      <a:pt x="4061460" y="180340"/>
                    </a:moveTo>
                    <a:cubicBezTo>
                      <a:pt x="4061460" y="81280"/>
                      <a:pt x="3981450" y="0"/>
                      <a:pt x="388112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881120" y="360680"/>
                    </a:lnTo>
                    <a:cubicBezTo>
                      <a:pt x="3980180" y="360680"/>
                      <a:pt x="4061460" y="279400"/>
                      <a:pt x="4061460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-5400000">
              <a:off x="2616448" y="84908"/>
              <a:ext cx="349503" cy="179686"/>
              <a:chOff x="0" y="0"/>
              <a:chExt cx="790478" cy="4064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-5400000">
              <a:off x="3058787" y="1084018"/>
              <a:ext cx="785402" cy="179686"/>
              <a:chOff x="0" y="0"/>
              <a:chExt cx="1776361" cy="4064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17780" y="22860"/>
                <a:ext cx="1750961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750961">
                    <a:moveTo>
                      <a:pt x="1750961" y="180340"/>
                    </a:moveTo>
                    <a:cubicBezTo>
                      <a:pt x="1750961" y="81280"/>
                      <a:pt x="1670951" y="0"/>
                      <a:pt x="157062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570621" y="360680"/>
                    </a:lnTo>
                    <a:cubicBezTo>
                      <a:pt x="1669680" y="360680"/>
                      <a:pt x="1750961" y="279400"/>
                      <a:pt x="1750961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  <p:sp>
          <p:nvSpPr>
            <p:cNvPr name="Freeform 74" id="74"/>
            <p:cNvSpPr/>
            <p:nvPr/>
          </p:nvSpPr>
          <p:spPr>
            <a:xfrm flipH="true" flipV="false" rot="0">
              <a:off x="0" y="1309406"/>
              <a:ext cx="6002491" cy="5702366"/>
            </a:xfrm>
            <a:custGeom>
              <a:avLst/>
              <a:gdLst/>
              <a:ahLst/>
              <a:cxnLst/>
              <a:rect r="r" b="b" t="t" l="l"/>
              <a:pathLst>
                <a:path h="5702366" w="6002491">
                  <a:moveTo>
                    <a:pt x="6002491" y="0"/>
                  </a:moveTo>
                  <a:lnTo>
                    <a:pt x="0" y="0"/>
                  </a:lnTo>
                  <a:lnTo>
                    <a:pt x="0" y="5702366"/>
                  </a:lnTo>
                  <a:lnTo>
                    <a:pt x="6002491" y="5702366"/>
                  </a:lnTo>
                  <a:lnTo>
                    <a:pt x="600249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5" id="75"/>
            <p:cNvGrpSpPr/>
            <p:nvPr/>
          </p:nvGrpSpPr>
          <p:grpSpPr>
            <a:xfrm rot="-5400000">
              <a:off x="1218531" y="1301967"/>
              <a:ext cx="349503" cy="179686"/>
              <a:chOff x="0" y="0"/>
              <a:chExt cx="790478" cy="4064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7780" y="22860"/>
                <a:ext cx="765078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765078">
                    <a:moveTo>
                      <a:pt x="765078" y="180340"/>
                    </a:moveTo>
                    <a:cubicBezTo>
                      <a:pt x="765078" y="81280"/>
                      <a:pt x="685068" y="0"/>
                      <a:pt x="58473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584738" y="360680"/>
                    </a:lnTo>
                    <a:cubicBezTo>
                      <a:pt x="683798" y="360680"/>
                      <a:pt x="765078" y="279400"/>
                      <a:pt x="765078" y="180340"/>
                    </a:cubicBezTo>
                    <a:close/>
                  </a:path>
                </a:pathLst>
              </a:custGeom>
              <a:solidFill>
                <a:srgbClr val="D8373F"/>
              </a:solid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93322" y="3216801"/>
            <a:ext cx="5340391" cy="6576528"/>
            <a:chOff x="0" y="0"/>
            <a:chExt cx="7120521" cy="876870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898095" y="2688479"/>
              <a:ext cx="1428104" cy="1356699"/>
            </a:xfrm>
            <a:custGeom>
              <a:avLst/>
              <a:gdLst/>
              <a:ahLst/>
              <a:cxnLst/>
              <a:rect r="r" b="b" t="t" l="l"/>
              <a:pathLst>
                <a:path h="1356699" w="1428104">
                  <a:moveTo>
                    <a:pt x="1428104" y="0"/>
                  </a:moveTo>
                  <a:lnTo>
                    <a:pt x="0" y="0"/>
                  </a:lnTo>
                  <a:lnTo>
                    <a:pt x="0" y="1356699"/>
                  </a:lnTo>
                  <a:lnTo>
                    <a:pt x="1428104" y="1356699"/>
                  </a:lnTo>
                  <a:lnTo>
                    <a:pt x="142810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0" y="5505995"/>
              <a:ext cx="1428104" cy="1356699"/>
            </a:xfrm>
            <a:custGeom>
              <a:avLst/>
              <a:gdLst/>
              <a:ahLst/>
              <a:cxnLst/>
              <a:rect r="r" b="b" t="t" l="l"/>
              <a:pathLst>
                <a:path h="1356699" w="1428104">
                  <a:moveTo>
                    <a:pt x="1428104" y="0"/>
                  </a:moveTo>
                  <a:lnTo>
                    <a:pt x="0" y="0"/>
                  </a:lnTo>
                  <a:lnTo>
                    <a:pt x="0" y="1356699"/>
                  </a:lnTo>
                  <a:lnTo>
                    <a:pt x="1428104" y="1356699"/>
                  </a:lnTo>
                  <a:lnTo>
                    <a:pt x="142810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1253673" y="7412006"/>
              <a:ext cx="1428104" cy="1356699"/>
            </a:xfrm>
            <a:custGeom>
              <a:avLst/>
              <a:gdLst/>
              <a:ahLst/>
              <a:cxnLst/>
              <a:rect r="r" b="b" t="t" l="l"/>
              <a:pathLst>
                <a:path h="1356699" w="1428104">
                  <a:moveTo>
                    <a:pt x="1428104" y="0"/>
                  </a:moveTo>
                  <a:lnTo>
                    <a:pt x="0" y="0"/>
                  </a:lnTo>
                  <a:lnTo>
                    <a:pt x="0" y="1356699"/>
                  </a:lnTo>
                  <a:lnTo>
                    <a:pt x="1428104" y="1356699"/>
                  </a:lnTo>
                  <a:lnTo>
                    <a:pt x="142810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5692417" y="7252952"/>
              <a:ext cx="1428104" cy="1356699"/>
            </a:xfrm>
            <a:custGeom>
              <a:avLst/>
              <a:gdLst/>
              <a:ahLst/>
              <a:cxnLst/>
              <a:rect r="r" b="b" t="t" l="l"/>
              <a:pathLst>
                <a:path h="1356699" w="1428104">
                  <a:moveTo>
                    <a:pt x="1428104" y="0"/>
                  </a:moveTo>
                  <a:lnTo>
                    <a:pt x="0" y="0"/>
                  </a:lnTo>
                  <a:lnTo>
                    <a:pt x="0" y="1356699"/>
                  </a:lnTo>
                  <a:lnTo>
                    <a:pt x="1428104" y="1356699"/>
                  </a:lnTo>
                  <a:lnTo>
                    <a:pt x="142810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184043" y="0"/>
              <a:ext cx="1428104" cy="1356699"/>
            </a:xfrm>
            <a:custGeom>
              <a:avLst/>
              <a:gdLst/>
              <a:ahLst/>
              <a:cxnLst/>
              <a:rect r="r" b="b" t="t" l="l"/>
              <a:pathLst>
                <a:path h="1356699" w="1428104">
                  <a:moveTo>
                    <a:pt x="1428104" y="0"/>
                  </a:moveTo>
                  <a:lnTo>
                    <a:pt x="0" y="0"/>
                  </a:lnTo>
                  <a:lnTo>
                    <a:pt x="0" y="1356699"/>
                  </a:lnTo>
                  <a:lnTo>
                    <a:pt x="1428104" y="1356699"/>
                  </a:lnTo>
                  <a:lnTo>
                    <a:pt x="142810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rot="0">
            <a:off x="0" y="0"/>
            <a:ext cx="6842232" cy="10287000"/>
          </a:xfrm>
          <a:prstGeom prst="rect">
            <a:avLst/>
          </a:prstGeom>
          <a:solidFill>
            <a:srgbClr val="D8373F"/>
          </a:solidFill>
        </p:spPr>
      </p:sp>
      <p:sp>
        <p:nvSpPr>
          <p:cNvPr name="Freeform 9" id="9"/>
          <p:cNvSpPr/>
          <p:nvPr/>
        </p:nvSpPr>
        <p:spPr>
          <a:xfrm flipH="false" flipV="false" rot="0">
            <a:off x="6489485" y="0"/>
            <a:ext cx="11798515" cy="10287000"/>
          </a:xfrm>
          <a:custGeom>
            <a:avLst/>
            <a:gdLst/>
            <a:ahLst/>
            <a:cxnLst/>
            <a:rect r="r" b="b" t="t" l="l"/>
            <a:pathLst>
              <a:path h="10287000" w="11798515">
                <a:moveTo>
                  <a:pt x="0" y="0"/>
                </a:moveTo>
                <a:lnTo>
                  <a:pt x="11798515" y="0"/>
                </a:lnTo>
                <a:lnTo>
                  <a:pt x="117985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8" r="0" b="-4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6723" y="2037736"/>
            <a:ext cx="6078474" cy="775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</a:p>
          <a:p>
            <a:pPr algn="ctr">
              <a:lnSpc>
                <a:spcPts val="3073"/>
              </a:lnSpc>
            </a:pPr>
            <a:r>
              <a:rPr lang="en-US" b="true" sz="21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usuarios → clientes (1:N) — um usuário pode ter vários clientes (ou perfis).</a:t>
            </a:r>
          </a:p>
          <a:p>
            <a:pPr algn="ctr">
              <a:lnSpc>
                <a:spcPts val="3073"/>
              </a:lnSpc>
            </a:pPr>
          </a:p>
          <a:p>
            <a:pPr algn="ctr">
              <a:lnSpc>
                <a:spcPts val="3073"/>
              </a:lnSpc>
            </a:pPr>
            <a:r>
              <a:rPr lang="en-US" b="true" sz="21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clientes → enderecos (1:N) — um cliente pode ter vários endereços.</a:t>
            </a:r>
          </a:p>
          <a:p>
            <a:pPr algn="ctr">
              <a:lnSpc>
                <a:spcPts val="3073"/>
              </a:lnSpc>
            </a:pPr>
          </a:p>
          <a:p>
            <a:pPr algn="ctr">
              <a:lnSpc>
                <a:spcPts val="3073"/>
              </a:lnSpc>
            </a:pPr>
            <a:r>
              <a:rPr lang="en-US" b="true" sz="21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clientes → avaliacoes (1:N) — um cliente pode avaliar várias pizzas.</a:t>
            </a:r>
          </a:p>
          <a:p>
            <a:pPr algn="ctr">
              <a:lnSpc>
                <a:spcPts val="3073"/>
              </a:lnSpc>
            </a:pPr>
          </a:p>
          <a:p>
            <a:pPr algn="ctr">
              <a:lnSpc>
                <a:spcPts val="3073"/>
              </a:lnSpc>
            </a:pPr>
            <a:r>
              <a:rPr lang="en-US" b="true" sz="21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pizzas → avaliacoes (1:N) — cada pizza pode ter várias avaliações.</a:t>
            </a:r>
          </a:p>
          <a:p>
            <a:pPr algn="ctr">
              <a:lnSpc>
                <a:spcPts val="3073"/>
              </a:lnSpc>
            </a:pPr>
          </a:p>
          <a:p>
            <a:pPr algn="ctr">
              <a:lnSpc>
                <a:spcPts val="3073"/>
              </a:lnSpc>
            </a:pPr>
            <a:r>
              <a:rPr lang="en-US" b="true" sz="21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pedidos → itenspedido (1:N) — um pedido tem vários itens.</a:t>
            </a:r>
          </a:p>
          <a:p>
            <a:pPr algn="ctr">
              <a:lnSpc>
                <a:spcPts val="3073"/>
              </a:lnSpc>
            </a:pPr>
          </a:p>
          <a:p>
            <a:pPr algn="ctr">
              <a:lnSpc>
                <a:spcPts val="3073"/>
              </a:lnSpc>
            </a:pPr>
            <a:r>
              <a:rPr lang="en-US" b="true" sz="21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pedidos → cupons e enderecos (N:1) — cada pedido usa um endereço e, opcionalmente, um cupom.</a:t>
            </a:r>
          </a:p>
          <a:p>
            <a:pPr algn="ctr">
              <a:lnSpc>
                <a:spcPts val="307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97529" y="338139"/>
            <a:ext cx="6843605" cy="149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b="true" sz="5794" i="true" spc="-57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TABELAS PRINCIPAIS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555" r="0" b="-17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92443" y="230472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7" y="0"/>
                </a:lnTo>
                <a:lnTo>
                  <a:pt x="6924337" y="6578120"/>
                </a:lnTo>
                <a:lnTo>
                  <a:pt x="0" y="6578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51176">
            <a:off x="2300409" y="6955106"/>
            <a:ext cx="4699252" cy="4464290"/>
          </a:xfrm>
          <a:custGeom>
            <a:avLst/>
            <a:gdLst/>
            <a:ahLst/>
            <a:cxnLst/>
            <a:rect r="r" b="b" t="t" l="l"/>
            <a:pathLst>
              <a:path h="4464290" w="4699252">
                <a:moveTo>
                  <a:pt x="0" y="0"/>
                </a:moveTo>
                <a:lnTo>
                  <a:pt x="4699252" y="0"/>
                </a:lnTo>
                <a:lnTo>
                  <a:pt x="4699252" y="4464289"/>
                </a:lnTo>
                <a:lnTo>
                  <a:pt x="0" y="4464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60345">
            <a:off x="4702950" y="-3075923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7" y="0"/>
                </a:lnTo>
                <a:lnTo>
                  <a:pt x="6924337" y="6578120"/>
                </a:lnTo>
                <a:lnTo>
                  <a:pt x="0" y="6578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1" r="0" b="-17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52675">
            <a:off x="13300505" y="-2396214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7" y="0"/>
                </a:lnTo>
                <a:lnTo>
                  <a:pt x="6924337" y="6578121"/>
                </a:lnTo>
                <a:lnTo>
                  <a:pt x="0" y="657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46957" y="6808592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7" y="0"/>
                </a:lnTo>
                <a:lnTo>
                  <a:pt x="6924337" y="6578120"/>
                </a:lnTo>
                <a:lnTo>
                  <a:pt x="0" y="6578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60345">
            <a:off x="3140850" y="-4766563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7" y="0"/>
                </a:lnTo>
                <a:lnTo>
                  <a:pt x="6924337" y="6578121"/>
                </a:lnTo>
                <a:lnTo>
                  <a:pt x="0" y="657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51176">
            <a:off x="-1817594" y="7809783"/>
            <a:ext cx="6924337" cy="6578120"/>
          </a:xfrm>
          <a:custGeom>
            <a:avLst/>
            <a:gdLst/>
            <a:ahLst/>
            <a:cxnLst/>
            <a:rect r="r" b="b" t="t" l="l"/>
            <a:pathLst>
              <a:path h="6578120" w="6924337">
                <a:moveTo>
                  <a:pt x="0" y="0"/>
                </a:moveTo>
                <a:lnTo>
                  <a:pt x="6924337" y="0"/>
                </a:lnTo>
                <a:lnTo>
                  <a:pt x="6924337" y="6578120"/>
                </a:lnTo>
                <a:lnTo>
                  <a:pt x="0" y="6578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717" r="0" b="-1771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77" r="0" b="-1577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070" r="0" b="-1707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1" r="0" b="-1711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DAG3-QMNhK8</dc:identifier>
  <dcterms:modified xsi:type="dcterms:W3CDTF">2011-08-01T06:04:30Z</dcterms:modified>
  <cp:revision>1</cp:revision>
  <dc:title>Pizzaria Louquitos</dc:title>
</cp:coreProperties>
</file>